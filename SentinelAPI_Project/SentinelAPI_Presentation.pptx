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AMI HACKS 1.0  |  TRACK C: INDUSTRY &amp; DEEP-TECH</a:t>
            </a:r>
          </a:p>
          <a:p>
            <a:pPr>
              <a:defRPr sz="5800" b="1">
                <a:solidFill>
                  <a:srgbClr val="F8FAFC"/>
                </a:solidFill>
              </a:defRPr>
            </a:pPr>
            <a:r>
              <a:t>SentinelAPI</a:t>
            </a:r>
          </a:p>
          <a:p>
            <a:pPr>
              <a:defRPr sz="2400" b="1">
                <a:solidFill>
                  <a:srgbClr val="34D399"/>
                </a:solidFill>
              </a:defRPr>
            </a:pPr>
            <a:r>
              <a:t>The Automated Antivirus for API Data Leaks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How changing 1 character in a URL steals millions of private records — and how SentinelAPI detects and patches it in 400 milliseconds.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01. THE $100M SECURITY BLINDSPOT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How 1 Number in a URL Leaks Everything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The Normal Request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User Alice logs into the medical app. Her browser requests:</a:t>
            </a:r>
            <a:br/>
            <a:br/>
            <a:r>
              <a:t>GET /patients/101</a:t>
            </a:r>
            <a:br/>
            <a:br/>
            <a:r>
              <a:t>Server responds with Alice's own records. Perfectly safe.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4747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2. The Malicious Change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Alice opens her browser developer tools and changes just 1 number in the URL:</a:t>
            </a:r>
            <a:br/>
            <a:br/>
            <a:r>
              <a:t>GET /patients/102</a:t>
            </a:r>
            <a:br/>
            <a:br/>
            <a:r>
              <a:t>(Patient 102 belongs to Bob, a total stranger).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828800"/>
            <a:ext cx="34747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3. The Disaster (BOLA)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The server checks Alice's token, sees she is logged in, and sends Bob's private cancer report and SSN to Alice with 200 OK!</a:t>
            </a:r>
            <a:br/>
            <a:br/>
            <a:r>
              <a:t>This is BOLA (Broken Object Level Authorization).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5912" cy="731520"/>
          </a:xfrm>
          <a:prstGeom prst="roundRect">
            <a:avLst/>
          </a:prstGeom>
          <a:solidFill>
            <a:srgbClr val="1E141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⚠️ Real World Impact: Over 94% of major API leaks (T-Mobile, Optus, Twitter) happened exactly like this. Not SQL injection.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02. WHY NOBODY CATCHES THIS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Traditional Scanners Are 100% Blind to Business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OWASP ZAP / Burp Suite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Traditional scanners look for syntax errors (SQL injection, XSS tags).</a:t>
            </a:r>
            <a:br/>
            <a:br/>
            <a:r>
              <a:t>When Alice steals Bob's data, the server returns a valid HTTP 200 OK. Standard scanners think it's a happy customer and report 0 errors!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Web Firewalls (WAF)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Firewalls only check IP addresses, rate spikes, and HTTP headers.</a:t>
            </a:r>
            <a:br/>
            <a:br/>
            <a:r>
              <a:t>They have zero understanding of database permissions or whether User A owns Resource B. The attack slips right 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Manual Penetration Testing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Companies hire human security consultants at $15,000 per audit.</a:t>
            </a:r>
            <a:br/>
            <a:br/>
            <a:r>
              <a:t>It takes 2-3 weeks to manually test endpoints in Postman. Meanwhile, developers ship code every day without any safety 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03. OUR SOLUTION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SentinelAPI: How We Solve It in 3 Simple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5912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Step 1: Ingest OpenAPI Spec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Developers simply point SentinelAPI to their Swagger / OpenAPI JSON URL (e.g. http://localhost:8001/openapi.json). Our engine instantly maps every route, path parameter, and data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10725912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Step 2: Simulate Hacker Identity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SentinelAPI creates two distinct virtual tenant sessions (Alice and Bob). It automatically tests Alice's credentials against Bob's private URLs. If Bob's data returns with 200 OK, BOLA is confirmed!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5912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Step 3: Generate Exploit &amp; Fix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SentinelAPI doesn't just complain. It gives the developer an instant standalone Python exploit script to reproduce the bug, plus a copy-paste FastAPI code patch that fixes it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04. EMPIRICAL PROOF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The Live Hospital API Test: 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57800" cy="41148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BEFORE: Vulnerable Sandbox (:8001)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Security Score: 5 / 100 (Grade F)</a:t>
            </a:r>
            <a:br/>
            <a:r>
              <a:t>• 10 Critical Flaws Detected</a:t>
            </a:r>
            <a:br/>
            <a:r>
              <a:t>• Alice accessed Bob's patient records &amp; prescriptions</a:t>
            </a:r>
            <a:br/>
            <a:r>
              <a:t>• Public user profile leaked Bcrypt password hashes and SSNs</a:t>
            </a:r>
            <a:br/>
            <a:r>
              <a:t>• Non-admin user was able to call DELETE /admin/users/102</a:t>
            </a:r>
            <a:br/>
            <a:r>
              <a:t>• Zero rate limiting on /auth/login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920240"/>
            <a:ext cx="5257800" cy="41148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AFTER: Hardened Zero-Trust API (:8002)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Security Score: 98 / 100 (Grade A+)</a:t>
            </a:r>
            <a:br/>
            <a:r>
              <a:t>• 0 Vulnerabilities Detected</a:t>
            </a:r>
            <a:br/>
            <a:r>
              <a:t>• Strict Tenant Scoping: Accessing Bob's record returns 403 Forbidden</a:t>
            </a:r>
            <a:br/>
            <a:r>
              <a:t>• Filtered DTOs: Password hashes stripped from JSON responses</a:t>
            </a:r>
            <a:br/>
            <a:r>
              <a:t>• Role-Based Access Control: Admin routes strictly restricted</a:t>
            </a:r>
            <a:br/>
            <a:r>
              <a:t>• In-Memory Token Bucket: Brute force logins throttled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05. KILLER FEATURE #1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Visual Attack Map: See the Crime Scene in Real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5912" cy="74980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Node 1: Attacker Token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Alice initiates request using her valid token, requesting Bob's ID (102).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10725912" cy="74980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</a:defRPr>
            </a:pPr>
            <a:r>
              <a:t>Node 2: API Gateway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Traffic passes through reverse proxy (HTTP formatting is 100% valid).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725912" cy="74980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Node 3: Missing Check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Auth middleware checks token signature, but skips checking who owns ID 102!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79"/>
            <a:ext cx="10725912" cy="74980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Node 4: Target Controller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Endpoint queries database with raw URL ID without tenant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5912" cy="74980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Node 5: Leaked Database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Bob's private records return to Alice with 200 OK. Crime completed.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06. KILLER FEATURE #2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1-Click Python Exploit Script (Instant Proof-of-Concept)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5780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Why Developers Love This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Security reports without proof get ignored:</a:t>
            </a:r>
            <a:br/>
            <a:r>
              <a:t>Security teams often file vague tickets like 'BOLA vulnerability on /patients'. Developers don't know how to reproduce it and mark it as 'Cannot Reproduce'.</a:t>
            </a:r>
            <a:br/>
            <a:br/>
            <a:r>
              <a:t>• Instant 1-Click Verification:</a:t>
            </a:r>
            <a:br/>
            <a:r>
              <a:t>SentinelAPI includes a 'Download Exploit (PoC)' button that generates a clean sentinel_exploit.py file.</a:t>
            </a:r>
            <a:br/>
            <a:br/>
            <a:r>
              <a:t>• The developer runs it in their terminal in 1 second, sees the exact leaked data, and fixes it immediately.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920240"/>
            <a:ext cx="525780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Sample Generated Exploit Script</a:t>
            </a:r>
          </a:p>
          <a:p>
            <a:br/>
            <a:pPr>
              <a:defRPr sz="1200">
                <a:solidFill>
                  <a:srgbClr val="34D399"/>
                </a:solidFill>
              </a:defRPr>
            </a:pPr>
            <a:r>
              <a:t># Standalone Python Exploit</a:t>
            </a:r>
            <a:br/>
            <a:r>
              <a:t>import requests</a:t>
            </a:r>
            <a:br/>
            <a:br/>
            <a:r>
              <a:t>def test_exploit():</a:t>
            </a:r>
            <a:br/>
            <a:r>
              <a:t>    headers = {'Authorization': 'Bearer TOKEN_ALICE'}</a:t>
            </a:r>
            <a:br/>
            <a:r>
              <a:t>    res = requests.get('http://api/patients/102', headers=headers)</a:t>
            </a:r>
            <a:br/>
            <a:r>
              <a:t>    if res.status_code == 200:</a:t>
            </a:r>
            <a:br/>
            <a:r>
              <a:t>        print('[+] VULNERABILITY CONFIRMED: Bob data stolen!')</a:t>
            </a:r>
            <a:br/>
            <a:r>
              <a:t>        print(res.json())</a:t>
            </a:r>
            <a:br/>
            <a:r>
              <a:t>    else:</a:t>
            </a:r>
            <a:br/>
            <a:r>
              <a:t>        print('[-] Mitigated: 403 Forbidden')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07. KILLER FEATURE #3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CI/CD Gatekeeper: Stopping Bugs Before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Developer Writes Code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 software engineer adds a new endpoint to the API and pushes to GitHub (e.g. git push origin feature/records).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GitHub Actions Triggers SentinelAPI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In the CI pipeline, python cli.py --target http://staging-api runs automatically in 400 milliseconds.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Insecure PR Blocked (Exit Code 1)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If any BOLA or PII vulnerability is detected, SentinelAPI returns exit code 1, automatically FAILING the build and preventing merging into production!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08. WHY WE WIN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SentinelAPI vs Traditional Alternatives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60320"/>
                <a:gridCol w="2560320"/>
                <a:gridCol w="2587752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Metric / Feature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Manual Pen Testing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OWASP ZAP / Burp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SentinelAPI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BOLA / IDOR Detection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Yes (Slow &amp; Incomplete)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 (0% Logic Support)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100% Deterministic Dual-Token</a:t>
                      </a:r>
                    </a:p>
                  </a:txBody>
                  <a:tcPr>
                    <a:solidFill>
                      <a:srgbClr val="1028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Audit Speed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2 - 3 Weeks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15 - 30 Minutes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400 Milliseconds</a:t>
                      </a:r>
                    </a:p>
                  </a:txBody>
                  <a:tcPr>
                    <a:solidFill>
                      <a:srgbClr val="1028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Exploit Script Generator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 (Manual Writeup)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Yes (1-Click Python PoC)</a:t>
                      </a:r>
                    </a:p>
                  </a:txBody>
                  <a:tcPr>
                    <a:solidFill>
                      <a:srgbClr val="1028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Visual Attack DAG Map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Yes (Interactive Topology)</a:t>
                      </a:r>
                    </a:p>
                  </a:txBody>
                  <a:tcPr>
                    <a:solidFill>
                      <a:srgbClr val="1028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Remediation Code Fixes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Generic Guidelines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Ready-to-Paste FastAPI Code</a:t>
                      </a:r>
                    </a:p>
                  </a:txBody>
                  <a:tcPr>
                    <a:solidFill>
                      <a:srgbClr val="10281E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Cost per Audit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$15,000+ per engagement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Open Source / Heavy Java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Free &amp; Open Source</a:t>
                      </a:r>
                    </a:p>
                  </a:txBody>
                  <a:tcPr>
                    <a:solidFill>
                      <a:srgbClr val="1028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09. THE TEAM &amp; DEMO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Real Engineering, Real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6032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Lead Security Researcher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Team Lead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Authored core scanner heuristics, dual-token permutation logic, and exploit script generator.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920240"/>
            <a:ext cx="256032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Backend Systems Engineer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Core Dev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Built FastAPI orchestration server and realistic Vulnerable (:8001) &amp; Secured (:8002) sandbox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920240"/>
            <a:ext cx="256032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Frontend UI/UX Engineer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Interface Dev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Designed Apple-grade glassmorphic dashboard, Light/Dark modes, and interactive Vis.js DAG topology.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920240"/>
            <a:ext cx="256032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DevSecOps &amp; QA Engineer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Tooling &amp; CI/CD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Engineered terminal CLI tool (cli.py), automated PDF report generator, and Git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725912" cy="868680"/>
          </a:xfrm>
          <a:prstGeom prst="roundRect">
            <a:avLst/>
          </a:prstGeom>
          <a:solidFill>
            <a:srgbClr val="103228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🚀 Don't just take our word for it — let's see the live attack and audit in 30 seconds!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